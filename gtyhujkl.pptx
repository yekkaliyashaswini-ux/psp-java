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61" r:id="rId5"/>
    <p:sldId id="258" r:id="rId6"/>
    <p:sldId id="259" r:id="rId7"/>
    <p:sldId id="260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11274552" cy="475488"/>
          </a:xfr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cxnSp>
        <p:nvCxnSpPr>
          <p:cNvPr id="91" name="Title Divider"/>
          <p:cNvCxnSpPr/>
          <p:nvPr userDrawn="1"/>
        </p:nvCxnSpPr>
        <p:spPr>
          <a:xfrm>
            <a:off x="457200" y="914400"/>
            <a:ext cx="11274552" cy="0"/>
          </a:xfrm>
          <a:prstGeom prst="line">
            <a:avLst/>
          </a:prstGeom>
          <a:ln w="12700">
            <a:solidFill>
              <a:srgbClr val="1E2A63"/>
            </a:solidFill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452" y="6558991"/>
            <a:ext cx="1071899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4AF37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ircle Top"/>
          <p:cNvSpPr/>
          <p:nvPr/>
        </p:nvSpPr>
        <p:spPr>
          <a:xfrm>
            <a:off x="9692640" y="-1005840"/>
            <a:ext cx="3291840" cy="32918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02" name="Circle Bottom"/>
          <p:cNvSpPr/>
          <p:nvPr/>
        </p:nvSpPr>
        <p:spPr>
          <a:xfrm>
            <a:off x="10241280" y="5212080"/>
            <a:ext cx="2560320" cy="2560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03" name="Dollar Badge"/>
          <p:cNvSpPr/>
          <p:nvPr/>
        </p:nvSpPr>
        <p:spPr>
          <a:xfrm>
            <a:off x="868680" y="2651760"/>
            <a:ext cx="731520" cy="73152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32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F</a:t>
            </a:r>
            <a:endParaRPr lang="en-US" sz="32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3080" y="1737360"/>
            <a:ext cx="7589520" cy="1920240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PERSONAL FITNESS</a:t>
            </a:r>
            <a:br>
              <a:rPr lang="en-US" sz="4000"/>
            </a:br>
            <a:r>
              <a:rPr lang="en-US" sz="4000" b="1" i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TRACKER</a:t>
            </a:r>
            <a:endParaRPr lang="en-US" sz="4000" b="1" i="0" dirty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800"/>
              </a:spcBef>
            </a:pPr>
            <a:endParaRPr lang="en-US" sz="1800" b="0" i="1" dirty="0">
              <a:solidFill>
                <a:srgbClr val="D4AF37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3931920"/>
            <a:ext cx="7589520" cy="1554480"/>
          </a:xfrm>
        </p:spPr>
        <p:txBody>
          <a:bodyPr anchor="t">
            <a:normAutofit/>
          </a:bodyPr>
          <a:lstStyle/>
          <a:p>
            <a:pPr algn="l"/>
            <a:r>
              <a:rPr lang="en-US" sz="1400" b="1" i="1" dirty="0">
                <a:solidFill>
                  <a:srgbClr val="D4AF37"/>
                </a:solidFill>
              </a:rPr>
              <a:t>PRESENTED BY</a:t>
            </a:r>
            <a:endParaRPr lang="en-US" sz="1400" b="1" i="1" dirty="0">
              <a:solidFill>
                <a:srgbClr val="D4AF37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 Name - Yashaswini	Roll No - 2620030276</a:t>
            </a:r>
            <a:endParaRPr lang="en-US" sz="1600" b="0" i="1" dirty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	</a:t>
            </a:r>
            <a:endParaRPr lang="en-US" sz="1600" b="0" i="1" dirty="0">
              <a:solidFill>
                <a:srgbClr val="FFFFFF"/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1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A console-based tracker that turns daily workouts into measurable progress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04" name="Row Card 1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Java-based fitness tracker where users log workouts, set calorie goals and monitor progress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5" name="Badge 1"/>
          <p:cNvSpPr/>
          <p:nvPr/>
        </p:nvSpPr>
        <p:spPr>
          <a:xfrm>
            <a:off x="658368" y="137160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6" name="Row Card 2"/>
          <p:cNvSpPr/>
          <p:nvPr/>
        </p:nvSpPr>
        <p:spPr>
          <a:xfrm>
            <a:off x="457200" y="2350008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Automates calorie calculation, workout history, goal tracking and progress summaries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7" name="Badge 2"/>
          <p:cNvSpPr/>
          <p:nvPr/>
        </p:nvSpPr>
        <p:spPr>
          <a:xfrm>
            <a:off x="658368" y="2487168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8" name="Row Card 3"/>
          <p:cNvSpPr/>
          <p:nvPr/>
        </p:nvSpPr>
        <p:spPr>
          <a:xfrm>
            <a:off x="457200" y="3465576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Built with the six course modules: foundations, control flow, methods, OOP, file I/O and collections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9" name="Badge 3"/>
          <p:cNvSpPr/>
          <p:nvPr/>
        </p:nvSpPr>
        <p:spPr>
          <a:xfrm>
            <a:off x="658368" y="3602736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0" name="Row Card 4"/>
          <p:cNvSpPr/>
          <p:nvPr/>
        </p:nvSpPr>
        <p:spPr>
          <a:xfrm>
            <a:off x="457200" y="458114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Replaces scribbled notes and guesswork with an accurate, organised and motivating record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1" name="Badge 4"/>
          <p:cNvSpPr/>
          <p:nvPr/>
        </p:nvSpPr>
        <p:spPr>
          <a:xfrm>
            <a:off x="658368" y="4718304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1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Why an automated fitness tracker is needed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13" name="Row Card 1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Manual notebook logs are easy to lose, inconsistent and hard to analyse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4" name="Badge 1"/>
          <p:cNvSpPr/>
          <p:nvPr/>
        </p:nvSpPr>
        <p:spPr>
          <a:xfrm>
            <a:off x="658368" y="137160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5" name="Row Card 2"/>
          <p:cNvSpPr/>
          <p:nvPr/>
        </p:nvSpPr>
        <p:spPr>
          <a:xfrm>
            <a:off x="457200" y="2350008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Guessing calories and progress leads to lost motivation and unrealistic goals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6" name="Badge 2"/>
          <p:cNvSpPr/>
          <p:nvPr/>
        </p:nvSpPr>
        <p:spPr>
          <a:xfrm>
            <a:off x="658368" y="2487168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7" name="Row Card 3"/>
          <p:cNvSpPr/>
          <p:nvPr/>
        </p:nvSpPr>
        <p:spPr>
          <a:xfrm>
            <a:off x="457200" y="3465576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Need: validate inputs, calculate calories, handle invalid entries and keep records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8" name="Badge 3"/>
          <p:cNvSpPr/>
          <p:nvPr/>
        </p:nvSpPr>
        <p:spPr>
          <a:xfrm>
            <a:off x="658368" y="3602736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9" name="Row Card 4"/>
          <p:cNvSpPr/>
          <p:nvPr/>
        </p:nvSpPr>
        <p:spPr>
          <a:xfrm>
            <a:off x="457200" y="458114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Goal: a reliable console application for users, workouts, goals and progress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0" name="Badge 4"/>
          <p:cNvSpPr/>
          <p:nvPr/>
        </p:nvSpPr>
        <p:spPr>
          <a:xfrm>
            <a:off x="658368" y="4718304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1: Computational Thinking &amp; Java Foundations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Decompose: users, workouts, goals, progress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Algorithm: set goal → log → calculate → report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Data types: int, double, boolean, String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Scanner for input, printf for output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37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Algorithm design, data types, Scanner input and the main() skeleton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9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0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1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31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2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3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4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5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6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Data types: int (minutes), double (calories, goal), boolean (goal reached flag), String (workout type)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Scanner for keyboard input, System.out.printf for formatted output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Algorithm: set goal → log workouts → calculate calories → show progress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main() entry point with a loop that keeps the program running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Decomposing the problem first keeps the design simple: users, workouts, goals, progress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Correct data types avoid rounding and logic errors (calories need double, minutes need int)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Scanner/printf give a clear, aligned console interface without any GUI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2: Control 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switch drives the main menu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if / else validates every entry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while loop keeps the app running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for loop prints every workout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46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switch, if / else and loops drive the menu and validation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38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9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2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40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1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2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3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4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5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switch statement to route each menu choice and pick the calorie rate per workout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if / else to validate minutes, goal values and empty logs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while loop to keep showing the menu until Exit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for loop to print every workout in the history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switch is cleaner and faster to read than many if-else chains for a fixed menu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if / else stops invalid entries before they change fitness data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Loops let users do many actions in one run and avoid repeating code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3: Methods, Recursion &amp; Arrays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Methods split the work into small pieces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Recursion: readMinutes() retries bad input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Overloading: calories(type, min) and calories(type, min, kg)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Array: WORKOUTS for exercise types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55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Methods, recursion and arrays split the work into reusable pieces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47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8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3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49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0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1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2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3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4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Methods: addWorkout(), setGoal(), showLog(), showProgress() each do one job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Recursion: readMinutes() calls itself until a valid positive number is entered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Overloading: calories(type, min) and calories(type, min, weightKg)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Array: WORKOUTS = {Run, Walk, Cycle, Yoga}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Small methods are reusable, easier to test and easier to debug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Recursion gives simple retry-on-bad-input without a messy loop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Overloading lets one concept (calculate calories) work with different inputs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 fixed array suits a short list of categories that never changes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4: OOP &amp; Exception Handling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Classes: User, Workout, Cardio, Strength, Goal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Inheritance with abstract burn()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Encapsulation: private name + getName()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Custom checked exceptions for fitness rules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64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Classes, inheritance, encapsulation and custom exceptions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56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7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4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58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9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0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1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2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3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Classes: Workout (abstract), Cardio, Strength, User, Goal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Inheritance and abstract burn() with polymorphism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Encapsulation: private weight with getWeight()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Custom checked exceptions: FitnessException, InvalidInputException, GoalNotSetException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Classes model real-world objects, so the code mirrors the workout routine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Inheritance shares common workout code; polymorphism lets each workout burn calories differently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Encapsulation protects data from accidental change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Custom exceptions enforce fitness rules (positive minutes, valid goal) and give clear error messages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5: Strings, Algorithms &amp; File I/O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Strings: regex validates usernames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Insertion sort ranks workouts by calories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File I/O: save and load fitness.txt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try-with-resources closes files safely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73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Regex validation, insertion sort and saving data to a file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65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05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66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5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67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8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9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0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1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2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String.matches() with regex [A-Za-z][A-Za-z0-9_]{2,15} to validate usernames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Insertion sort to rank workouts by calories burned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File I/O: PrintWriter / FileWriter to save, BufferedReader / FileReader to load fitness.txt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try-with-resources to close files automatically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Regex rejects bad or unsafe names in a single line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Sorting shows the most effective workouts first; insertion sort is simple for small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File I/O keeps data after the program exits, so the workout history is not lost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try-with-resources prevents resource leaks even when an error occurs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Module 6: Collections, Functional Programming &amp; Streams</a:t>
            </a: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LinkedHashMap and HashMap hold workouts and users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Streams find the totals and averages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Lambdas + Comparator for sorting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Optional handles days with no workouts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Maps, streams, lambdas and Optional compute the stats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4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06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75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6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1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LinkedHashMap for workouts (keeps date order) and HashMap for users (fast lookup by name)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Streams + mapToDouble().sum() to total the calories burned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Collectors.groupingBy, lambdas and merge() for statistics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Optional to handle days that have no workouts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Maps give fast lookup by id or name instead of scanning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Streams and lambdas make totals and statistics short and readable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Optional avoids NullPointerException on empty days - shows "rest day" safely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Complete Program Code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The whole fitness tracker in one small, runnable Java file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457200" y="987298"/>
            <a:ext cx="1127455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457200" y="1024128"/>
            <a:ext cx="1127455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FitnessTracker.java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61264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81381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101498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1" name="Code"/>
          <p:cNvSpPr/>
          <p:nvPr/>
        </p:nvSpPr>
        <p:spPr>
          <a:xfrm>
            <a:off x="594360" y="1362456"/>
            <a:ext cx="5431536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import java.util.InputMismatchException;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import java.util.Scanner;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class User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private final String name;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private final int age;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private final double weight;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private final double height;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User(String name, int age, double weight, double height)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this.name = name;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this.age = age;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this.weight = weight;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this.height = height;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double calculateBMI()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return weight / (height * height);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boolean isAdult()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return age &gt;= 18;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String getName() { return name;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int getAge() { return age;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double getWeight() { return weight;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class Activity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private final String workoutName;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private final int duration;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private final double calories;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Activity(String workoutName, int duration, double calories)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this.workoutName = workoutName;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this.duration = duration;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this.calories = calories;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boolean isLongWorkout()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return duration &gt;= 30;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double getRemainingCalories(double target)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return Math.max(0, target - calories);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void displayStatus()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if (duration &gt;= 30 &amp;&amp; calories &gt;= 200)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    System.out.println("Fitness Status: Excellent workout!");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} else if (duration &gt;= 20 || calories &gt;= 150)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    System.out.println("Fitness Status: Good workout!");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} else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    System.out.println("Fitness Status: Try to exercise more.");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String getWorkoutName() { return workoutName;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int getDuration() { return duration;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    public double getCalories() { return calories;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</a:rPr>
              <a:t>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</p:txBody>
      </p:sp>
      <p:sp>
        <p:nvSpPr>
          <p:cNvPr id="3" name="Code"/>
          <p:cNvSpPr/>
          <p:nvPr/>
        </p:nvSpPr>
        <p:spPr>
          <a:xfrm>
            <a:off x="3945636" y="1472311"/>
            <a:ext cx="5431536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</a:t>
            </a:r>
            <a:r>
              <a:rPr sz="570">
                <a:solidFill>
                  <a:srgbClr val="F2F5FF"/>
                </a:solidFill>
                <a:latin typeface="Courier New" panose="02070309020205020404"/>
              </a:rPr>
              <a:t>      </a:t>
            </a: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public class PersonalFitnessTracker1 {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static void displaySummary(User user, Activity activity) {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System.out.println("\n----- WORKOUT DETAILS -----");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System.out.println("Name: " + user.getName());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System.out.println("Age: " + user.getAge());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System.out.println("Weight: " + user.getWeight() + " kg");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System.out.println("Workout: " + activity.getWorkoutName());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System.out.println("Duration: " + activity.getDuration() + " minutes");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System.out.println("Calories Burned: " + activity.getCalories() + " kcal");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public static void main(String[] args) {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Scanner sc = new Scanner(System.in);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System.out.println("=================================");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 PERSONAL FITNESS &amp; WORKOUT TRACKER");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System.out.println("=================================");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try {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System.out.print("Enter your name: 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String name = sc.nextLine();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System.out.print("Enter your age: 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int age = sc.nextInt();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System.out.print("Enter your weight in kg: 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double weight = sc.nextDouble();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System.out.print("Enter your height in meters: 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double height = sc.nextDouble();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System.out.print("Enter workout duration in minutes: 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int duration = sc.nextInt();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System.out.print("Enter calories burned: 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double calories = sc.nextDouble();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sc.nextLine(); 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System.out.print("Enter workout name: 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String workout = sc.nextLine();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User user = new User(name, age, weight, height);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Activity activity = new Activity(workout, duration, calories);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displaySummary(user, activity);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double bmi = user.calculateBMI();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System.out.printf("BMI: %.2f%n", bmi);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if (bmi &lt; 25) {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    System.out.println("BMI Check: BMI is below 25.");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} else {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    System.out.println("BMI Check: BMI is 25 or above.");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}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70">
                <a:solidFill>
                  <a:srgbClr val="F2F5FF"/>
                </a:solidFill>
                <a:latin typeface="Courier New" panose="02070309020205020404"/>
              </a:rPr>
              <a:t>               }</a:t>
            </a:r>
            <a:endParaRPr lang="en-US" altLang="en-GB" sz="57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290">
                <a:solidFill>
                  <a:srgbClr val="F2F5FF"/>
                </a:solidFill>
                <a:latin typeface="Courier New" panose="02070309020205020404"/>
              </a:rPr>
              <a:t>}</a:t>
            </a:r>
            <a:endParaRPr lang="en-US" altLang="en-GB" sz="290">
              <a:solidFill>
                <a:srgbClr val="F2F5FF"/>
              </a:solidFill>
              <a:latin typeface="Courier New" panose="020703090202050204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762875" y="1775460"/>
            <a:ext cx="4064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activity.displayStatus();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System.out.println("\n----- OPERATOR RESULTS -----");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System.out.println("Workout duration + 10 = " + (activity.getDuration() + 10));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System.out.println("Calories remaining from 500 = " + activity.getRemainingCalories(500));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System.out.println("Age 18 or above: " + user.isAdult());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System.out.println("Workout 30 minutes or more: " + activity.isLongWorkout());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System.out.println("\n----- WEEKLY WORKOUT ARRAY -----");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int[] weeklyMinutes = {30, 45, 20, 60, 35, 40, 50};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int totalMinutes = 0;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for (int i = 0; i &lt; weeklyMinutes.length; i++)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System.out.println("Day " + (i + 1) + ": " + weeklyMinutes[i] + " minutes");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totalMinutes += weeklyMinutes[i];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System.out.println("Total weekly workout minutes: " + totalMinutes);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if (totalMinutes &gt;= 250)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System.out.println("Milestone: You achieved more than 250 workout minutes!");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System.out.println("\n----- WORKOUT MENU -----");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System.out.println("1. Running\n2. Walking\n3. Cycling\n4. Swimming");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System.out.print("Choose workout type (1-4): 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int choice = sc.nextInt();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switch (choice)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case 1 -&gt; System.out.println("Selected: Running");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case 2 -&gt; System.out.println("Selected: Walking");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case 3 -&gt; System.out.println("Selected: Cycling");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case 4 -&gt; System.out.println("Selected: Swimming");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default -&gt; System.out.println("Invalid workout choice.");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double[] caloriesHistory = {200.5, 250.0, 180.5, 400.0, 220.0};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System.out.println("\n----- HISTORICAL CALORIES HISTORY -----");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for (int j = 0; j &lt; caloriesHistory.length; j++)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String burnType = (caloriesHistory[j] &gt;= 250) ? "High calorie burn" : "Normal calorie burn";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    System.out.printf("Workout %d: %.1f kcal - %s%n", (j + 1), caloriesHistory[j], burnType);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} catch (InputMismatchException e)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System.out.println("\n</a:t>
            </a:r>
            <a:r>
              <a:rPr lang="en-US" altLang="en-US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❌</a:t>
            </a: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Error: Invalid numeric input format typed into terminal.");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} finally {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    sc.close();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}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System.out.println("\n=================================");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System.out.println(" Thank you for using the tracker!");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GB" sz="500">
                <a:solidFill>
                  <a:srgbClr val="F2F5FF"/>
                </a:solidFill>
                <a:latin typeface="Courier New" panose="02070309020205020404"/>
                <a:sym typeface="+mn-ea"/>
              </a:rPr>
              <a:t>        System.out.println("=================================");</a:t>
            </a:r>
            <a:endParaRPr lang="en-US" altLang="en-GB" sz="500">
              <a:solidFill>
                <a:srgbClr val="F2F5FF"/>
              </a:solidFill>
              <a:latin typeface="Courier New" panose="02070309020205020404"/>
            </a:endParaRPr>
          </a:p>
          <a:p>
            <a:endParaRPr lang="en-GB" altLang="en-US" sz="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dirty="0"/>
              <a:t>OUTPUT SCREENSHOT</a:t>
            </a:r>
            <a:endParaRPr lang="en-US" alt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8" name="Subtitle"/>
          <p:cNvSpPr/>
          <p:nvPr/>
        </p:nvSpPr>
        <p:spPr>
          <a:xfrm>
            <a:off x="457200" y="481203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4" name="Row Card 2"/>
          <p:cNvSpPr/>
          <p:nvPr/>
        </p:nvSpPr>
        <p:spPr>
          <a:xfrm>
            <a:off x="982345" y="791845"/>
            <a:ext cx="4269740" cy="592963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6" name="Row Card 3"/>
          <p:cNvSpPr/>
          <p:nvPr/>
        </p:nvSpPr>
        <p:spPr>
          <a:xfrm>
            <a:off x="6169660" y="1174115"/>
            <a:ext cx="5561965" cy="4942205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endParaRPr lang="en-US" sz="1800" b="0" i="0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915" y="732155"/>
            <a:ext cx="3375660" cy="598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1824990"/>
            <a:ext cx="4061460" cy="344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Personal Fitness Tracker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8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What was achieved and where it can go next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2" name="Row Card 1"/>
          <p:cNvSpPr/>
          <p:nvPr/>
        </p:nvSpPr>
        <p:spPr>
          <a:xfrm>
            <a:off x="457200" y="12344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Delivered a working personal fitness tracker in Java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3" name="Badge 1"/>
          <p:cNvSpPr/>
          <p:nvPr/>
        </p:nvSpPr>
        <p:spPr>
          <a:xfrm>
            <a:off x="658368" y="14630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4" name="Row Card 2"/>
          <p:cNvSpPr/>
          <p:nvPr/>
        </p:nvSpPr>
        <p:spPr>
          <a:xfrm>
            <a:off x="457200" y="26060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Applied all six modules, from fundamentals to collections and streams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5" name="Badge 2"/>
          <p:cNvSpPr/>
          <p:nvPr/>
        </p:nvSpPr>
        <p:spPr>
          <a:xfrm>
            <a:off x="658368" y="28346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6" name="Row Card 3"/>
          <p:cNvSpPr/>
          <p:nvPr/>
        </p:nvSpPr>
        <p:spPr>
          <a:xfrm>
            <a:off x="457200" y="39776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Future scope: mobile app or GUI, database storage, wearable sync, workout reminders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7" name="Badge 3"/>
          <p:cNvSpPr/>
          <p:nvPr/>
        </p:nvSpPr>
        <p:spPr>
          <a:xfrm>
            <a:off x="658368" y="42062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/>
          <p:cNvSpPr/>
          <p:nvPr/>
        </p:nvSpPr>
        <p:spPr>
          <a:xfrm>
            <a:off x="7924920" y="-10160"/>
            <a:ext cx="4267093" cy="685800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2" name="Shape 0"/>
          <p:cNvSpPr/>
          <p:nvPr/>
        </p:nvSpPr>
        <p:spPr>
          <a:xfrm>
            <a:off x="318" y="0"/>
            <a:ext cx="7924602" cy="6858000"/>
          </a:xfrm>
          <a:prstGeom prst="rect">
            <a:avLst/>
          </a:prstGeom>
          <a:solidFill>
            <a:srgbClr val="1E1B4B"/>
          </a:solidFill>
        </p:spPr>
      </p:sp>
      <p:sp>
        <p:nvSpPr>
          <p:cNvPr id="3" name="Text 1"/>
          <p:cNvSpPr/>
          <p:nvPr/>
        </p:nvSpPr>
        <p:spPr>
          <a:xfrm>
            <a:off x="609903" y="388620"/>
            <a:ext cx="7315017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82903" y="201660"/>
            <a:ext cx="6959426" cy="863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altLang="en-GB" sz="3400" kern="100" spc="-119" dirty="0">
                <a:solidFill>
                  <a:srgbClr val="FFFFFF"/>
                </a:solidFill>
                <a:latin typeface="+mj-lt"/>
                <a:ea typeface="Inter Tight SemiBold" pitchFamily="34" charset="-122"/>
                <a:cs typeface="+mj-lt"/>
              </a:rPr>
              <a:t>Geo Tag Photo and </a:t>
            </a:r>
            <a:r>
              <a:rPr lang="en-IN" altLang="en-US" sz="3400" kern="100" spc="-119" dirty="0">
                <a:solidFill>
                  <a:srgbClr val="FFFFFF"/>
                </a:solidFill>
                <a:latin typeface="+mj-lt"/>
                <a:ea typeface="Inter Tight SemiBold" pitchFamily="34" charset="-122"/>
                <a:cs typeface="+mj-lt"/>
              </a:rPr>
              <a:t>G</a:t>
            </a:r>
            <a:r>
              <a:rPr lang="en-US" altLang="en-GB" sz="3400" kern="100" spc="-119" dirty="0">
                <a:solidFill>
                  <a:srgbClr val="FFFFFF"/>
                </a:solidFill>
                <a:latin typeface="+mj-lt"/>
                <a:ea typeface="Inter Tight SemiBold" pitchFamily="34" charset="-122"/>
                <a:cs typeface="+mj-lt"/>
              </a:rPr>
              <a:t>it hub link</a:t>
            </a:r>
            <a:endParaRPr lang="en-US" altLang="en-GB" sz="3400" kern="100" spc="-119" dirty="0">
              <a:solidFill>
                <a:srgbClr val="FFFFFF"/>
              </a:solidFill>
              <a:latin typeface="+mj-lt"/>
              <a:ea typeface="Inter Tight SemiBold" pitchFamily="34" charset="-122"/>
              <a:cs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38588" y="3618627"/>
            <a:ext cx="981780" cy="980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838588" y="3775865"/>
            <a:ext cx="981780" cy="2664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198735" y="709688"/>
            <a:ext cx="981781" cy="980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578600" y="2425850"/>
            <a:ext cx="981781" cy="2664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361960" y="3551991"/>
            <a:ext cx="981781" cy="980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361960" y="3709228"/>
            <a:ext cx="981781" cy="3997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9903" y="4844713"/>
            <a:ext cx="6959426" cy="8742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1700" dirty="0">
              <a:solidFill>
                <a:schemeClr val="tx1"/>
              </a:solidFill>
              <a:highlight>
                <a:srgbClr val="E6E6EA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920" y="0"/>
            <a:ext cx="4267093" cy="685800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482918" y="6972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>
                <a:solidFill>
                  <a:schemeClr val="bg1"/>
                </a:solidFill>
                <a:highlight>
                  <a:srgbClr val="C0C0C0"/>
                </a:highlight>
              </a:rPr>
              <a:t>https://github.com/yekkaliyashaswini-ux/PSP-JAVA</a:t>
            </a:r>
            <a:endParaRPr lang="en-US" altLang="en-GB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altLang="en-GB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5" name="Picture 14" descr="6239930544825242056_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55" y="1342390"/>
            <a:ext cx="3806825" cy="5055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B1130"/>
      </a:dk1>
      <a:lt1>
        <a:srgbClr val="FFFFFF"/>
      </a:lt1>
      <a:dk2>
        <a:srgbClr val="16204F"/>
      </a:dk2>
      <a:lt2>
        <a:srgbClr val="CADCFC"/>
      </a:lt2>
      <a:accent1>
        <a:srgbClr val="D4AF37"/>
      </a:accent1>
      <a:accent2>
        <a:srgbClr val="8C9BD6"/>
      </a:accent2>
      <a:accent3>
        <a:srgbClr val="6FCF97"/>
      </a:accent3>
      <a:accent4>
        <a:srgbClr val="EB5757"/>
      </a:accent4>
      <a:accent5>
        <a:srgbClr val="CADCFC"/>
      </a:accent5>
      <a:accent6>
        <a:srgbClr val="1E2761"/>
      </a:accent6>
      <a:hlink>
        <a:srgbClr val="467886"/>
      </a:hlink>
      <a:folHlink>
        <a:srgbClr val="96607D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12917</Words>
  <Application>WPS Presentation</Application>
  <PresentationFormat>Widescreen</PresentationFormat>
  <Paragraphs>453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Cambria</vt:lpstr>
      <vt:lpstr>Courier New</vt:lpstr>
      <vt:lpstr>Calibri</vt:lpstr>
      <vt:lpstr>Inter Tight SemiBold</vt:lpstr>
      <vt:lpstr>Consolas</vt:lpstr>
      <vt:lpstr>Consolas</vt:lpstr>
      <vt:lpstr>Consolas</vt:lpstr>
      <vt:lpstr>Microsoft YaHei</vt:lpstr>
      <vt:lpstr>Arial Unicode MS</vt:lpstr>
      <vt:lpstr>Aptos</vt:lpstr>
      <vt:lpstr>Segoe UI</vt:lpstr>
      <vt:lpstr>Calibri</vt:lpstr>
      <vt:lpstr>Office Theme</vt:lpstr>
      <vt:lpstr>PERSONAL FITNESS TRACKER</vt:lpstr>
      <vt:lpstr>Abstract</vt:lpstr>
      <vt:lpstr>Understanding Problem Statement</vt:lpstr>
      <vt:lpstr>Module 1: Computational Thinking &amp; Java Foundations</vt:lpstr>
      <vt:lpstr>Module 2: Control Flow</vt:lpstr>
      <vt:lpstr>Module 3: Methods, Recursion &amp; Arrays</vt:lpstr>
      <vt:lpstr>Module 4: OOP &amp; Exception Handling</vt:lpstr>
      <vt:lpstr>Module 5: Strings, Algorithms &amp; File I/O</vt:lpstr>
      <vt:lpstr>Module 6: Collections, Functional Programming &amp; Streams</vt:lpstr>
      <vt:lpstr>Complete Program Code</vt:lpstr>
      <vt:lpstr>OUTPUT SCREENSHOT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Yashaswini</cp:lastModifiedBy>
  <cp:revision>8</cp:revision>
  <dcterms:created xsi:type="dcterms:W3CDTF">2026-09-15T09:57:00Z</dcterms:created>
  <dcterms:modified xsi:type="dcterms:W3CDTF">2026-10-17T03:53:02Z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ACEA0585D8C5485787AE1D92617A59B7_12</vt:lpwstr>
  </property>
  <property fmtid="{D5CDD505-2E9C-101B-9397-08002B2CF9AE}" pid="3" name="KSOProductBuildVer">
    <vt:lpwstr>2057-12.2.0.23206</vt:lpwstr>
  </property>
</Properties>
</file>